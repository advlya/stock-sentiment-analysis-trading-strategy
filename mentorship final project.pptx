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  <p:sldId id="269" r:id="rId3"/>
    <p:sldId id="257" r:id="rId4"/>
    <p:sldId id="258" r:id="rId5"/>
    <p:sldId id="260" r:id="rId6"/>
    <p:sldId id="261" r:id="rId7"/>
    <p:sldId id="262" r:id="rId8"/>
    <p:sldId id="264" r:id="rId9"/>
    <p:sldId id="270" r:id="rId10"/>
    <p:sldId id="267" r:id="rId11"/>
    <p:sldId id="26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42ABA5-32EB-A749-9F0C-83F4A6303383}" v="52" dt="2026-01-15T11:41:52.0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35"/>
    <p:restoredTop sz="94681"/>
  </p:normalViewPr>
  <p:slideViewPr>
    <p:cSldViewPr snapToGrid="0">
      <p:cViewPr>
        <p:scale>
          <a:sx n="108" d="100"/>
          <a:sy n="108" d="100"/>
        </p:scale>
        <p:origin x="1752" y="10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elya Mukhit" userId="fed11e91-aff9-4f86-9bd9-9a3d468d9687" providerId="ADAL" clId="{32C3C57F-FDBC-53CB-8EE1-DD8AFE435312}"/>
    <pc:docChg chg="custSel addSld delSld modSld sldOrd">
      <pc:chgData name="Adelya Mukhit" userId="fed11e91-aff9-4f86-9bd9-9a3d468d9687" providerId="ADAL" clId="{32C3C57F-FDBC-53CB-8EE1-DD8AFE435312}" dt="2026-01-15T12:56:39.006" v="6923" actId="20577"/>
      <pc:docMkLst>
        <pc:docMk/>
      </pc:docMkLst>
      <pc:sldChg chg="modSp mod">
        <pc:chgData name="Adelya Mukhit" userId="fed11e91-aff9-4f86-9bd9-9a3d468d9687" providerId="ADAL" clId="{32C3C57F-FDBC-53CB-8EE1-DD8AFE435312}" dt="2026-01-13T07:06:16.196" v="53" actId="20577"/>
        <pc:sldMkLst>
          <pc:docMk/>
          <pc:sldMk cId="3036800372" sldId="256"/>
        </pc:sldMkLst>
        <pc:spChg chg="mod">
          <ac:chgData name="Adelya Mukhit" userId="fed11e91-aff9-4f86-9bd9-9a3d468d9687" providerId="ADAL" clId="{32C3C57F-FDBC-53CB-8EE1-DD8AFE435312}" dt="2026-01-13T07:06:16.196" v="53" actId="20577"/>
          <ac:spMkLst>
            <pc:docMk/>
            <pc:sldMk cId="3036800372" sldId="256"/>
            <ac:spMk id="2" creationId="{4125BBD8-0552-96B8-DC80-62A1A9CF4C02}"/>
          </ac:spMkLst>
        </pc:spChg>
        <pc:spChg chg="mod">
          <ac:chgData name="Adelya Mukhit" userId="fed11e91-aff9-4f86-9bd9-9a3d468d9687" providerId="ADAL" clId="{32C3C57F-FDBC-53CB-8EE1-DD8AFE435312}" dt="2026-01-13T07:05:29.977" v="36" actId="20577"/>
          <ac:spMkLst>
            <pc:docMk/>
            <pc:sldMk cId="3036800372" sldId="256"/>
            <ac:spMk id="3" creationId="{18468E04-012B-5E79-BFA7-900E9541913F}"/>
          </ac:spMkLst>
        </pc:spChg>
      </pc:sldChg>
      <pc:sldChg chg="addSp delSp modSp new mod">
        <pc:chgData name="Adelya Mukhit" userId="fed11e91-aff9-4f86-9bd9-9a3d468d9687" providerId="ADAL" clId="{32C3C57F-FDBC-53CB-8EE1-DD8AFE435312}" dt="2026-01-15T12:56:39.006" v="6923" actId="20577"/>
        <pc:sldMkLst>
          <pc:docMk/>
          <pc:sldMk cId="1235889015" sldId="257"/>
        </pc:sldMkLst>
        <pc:spChg chg="mod">
          <ac:chgData name="Adelya Mukhit" userId="fed11e91-aff9-4f86-9bd9-9a3d468d9687" providerId="ADAL" clId="{32C3C57F-FDBC-53CB-8EE1-DD8AFE435312}" dt="2026-01-14T09:29:18.035" v="2526" actId="1076"/>
          <ac:spMkLst>
            <pc:docMk/>
            <pc:sldMk cId="1235889015" sldId="257"/>
            <ac:spMk id="2" creationId="{A3DC52AD-3885-3B29-10C2-9570767BEB9D}"/>
          </ac:spMkLst>
        </pc:spChg>
        <pc:spChg chg="add del mod">
          <ac:chgData name="Adelya Mukhit" userId="fed11e91-aff9-4f86-9bd9-9a3d468d9687" providerId="ADAL" clId="{32C3C57F-FDBC-53CB-8EE1-DD8AFE435312}" dt="2026-01-14T09:29:00.323" v="2520" actId="478"/>
          <ac:spMkLst>
            <pc:docMk/>
            <pc:sldMk cId="1235889015" sldId="257"/>
            <ac:spMk id="5" creationId="{2F04636C-654C-570F-23EE-9C468C02F654}"/>
          </ac:spMkLst>
        </pc:spChg>
        <pc:spChg chg="add del mod">
          <ac:chgData name="Adelya Mukhit" userId="fed11e91-aff9-4f86-9bd9-9a3d468d9687" providerId="ADAL" clId="{32C3C57F-FDBC-53CB-8EE1-DD8AFE435312}" dt="2026-01-14T09:29:02.680" v="2521" actId="478"/>
          <ac:spMkLst>
            <pc:docMk/>
            <pc:sldMk cId="1235889015" sldId="257"/>
            <ac:spMk id="9" creationId="{E21769C9-553F-1876-7248-BD39A933C429}"/>
          </ac:spMkLst>
        </pc:spChg>
        <pc:spChg chg="add del mod">
          <ac:chgData name="Adelya Mukhit" userId="fed11e91-aff9-4f86-9bd9-9a3d468d9687" providerId="ADAL" clId="{32C3C57F-FDBC-53CB-8EE1-DD8AFE435312}" dt="2026-01-14T09:29:05.492" v="2524" actId="478"/>
          <ac:spMkLst>
            <pc:docMk/>
            <pc:sldMk cId="1235889015" sldId="257"/>
            <ac:spMk id="11" creationId="{39254CF1-95AC-78BD-8E75-D7E2275B6937}"/>
          </ac:spMkLst>
        </pc:spChg>
        <pc:spChg chg="add del mod">
          <ac:chgData name="Adelya Mukhit" userId="fed11e91-aff9-4f86-9bd9-9a3d468d9687" providerId="ADAL" clId="{32C3C57F-FDBC-53CB-8EE1-DD8AFE435312}" dt="2026-01-14T09:29:03.189" v="2523"/>
          <ac:spMkLst>
            <pc:docMk/>
            <pc:sldMk cId="1235889015" sldId="257"/>
            <ac:spMk id="13" creationId="{45656FE0-4FF6-3A96-4212-55201B88DCD9}"/>
          </ac:spMkLst>
        </pc:spChg>
        <pc:graphicFrameChg chg="add mod modGraphic">
          <ac:chgData name="Adelya Mukhit" userId="fed11e91-aff9-4f86-9bd9-9a3d468d9687" providerId="ADAL" clId="{32C3C57F-FDBC-53CB-8EE1-DD8AFE435312}" dt="2026-01-15T12:56:39.006" v="6923" actId="20577"/>
          <ac:graphicFrameMkLst>
            <pc:docMk/>
            <pc:sldMk cId="1235889015" sldId="257"/>
            <ac:graphicFrameMk id="12" creationId="{FDF3611D-7441-6413-FD3F-F12611448373}"/>
          </ac:graphicFrameMkLst>
        </pc:graphicFrameChg>
      </pc:sldChg>
      <pc:sldChg chg="addSp delSp modSp new mod setBg">
        <pc:chgData name="Adelya Mukhit" userId="fed11e91-aff9-4f86-9bd9-9a3d468d9687" providerId="ADAL" clId="{32C3C57F-FDBC-53CB-8EE1-DD8AFE435312}" dt="2026-01-14T09:36:22.846" v="2795" actId="113"/>
        <pc:sldMkLst>
          <pc:docMk/>
          <pc:sldMk cId="2079609222" sldId="258"/>
        </pc:sldMkLst>
        <pc:spChg chg="mod">
          <ac:chgData name="Adelya Mukhit" userId="fed11e91-aff9-4f86-9bd9-9a3d468d9687" providerId="ADAL" clId="{32C3C57F-FDBC-53CB-8EE1-DD8AFE435312}" dt="2026-01-14T09:34:49.878" v="2764" actId="26606"/>
          <ac:spMkLst>
            <pc:docMk/>
            <pc:sldMk cId="2079609222" sldId="258"/>
            <ac:spMk id="2" creationId="{1D05F34C-3EB5-EC72-0FCB-5D0C51C52B66}"/>
          </ac:spMkLst>
        </pc:spChg>
        <pc:spChg chg="add del mod">
          <ac:chgData name="Adelya Mukhit" userId="fed11e91-aff9-4f86-9bd9-9a3d468d9687" providerId="ADAL" clId="{32C3C57F-FDBC-53CB-8EE1-DD8AFE435312}" dt="2026-01-14T09:32:41.343" v="2559" actId="478"/>
          <ac:spMkLst>
            <pc:docMk/>
            <pc:sldMk cId="2079609222" sldId="258"/>
            <ac:spMk id="4" creationId="{64EB5166-12CD-5181-8D0C-6AF5FC3578B3}"/>
          </ac:spMkLst>
        </pc:spChg>
        <pc:spChg chg="add del mod">
          <ac:chgData name="Adelya Mukhit" userId="fed11e91-aff9-4f86-9bd9-9a3d468d9687" providerId="ADAL" clId="{32C3C57F-FDBC-53CB-8EE1-DD8AFE435312}" dt="2026-01-14T09:35:18.079" v="2772" actId="478"/>
          <ac:spMkLst>
            <pc:docMk/>
            <pc:sldMk cId="2079609222" sldId="258"/>
            <ac:spMk id="5" creationId="{1754F768-7067-B608-5C7C-CD89B19E1EDC}"/>
          </ac:spMkLst>
        </pc:spChg>
        <pc:spChg chg="add del mod ord">
          <ac:chgData name="Adelya Mukhit" userId="fed11e91-aff9-4f86-9bd9-9a3d468d9687" providerId="ADAL" clId="{32C3C57F-FDBC-53CB-8EE1-DD8AFE435312}" dt="2026-01-14T09:34:18.978" v="2761" actId="478"/>
          <ac:spMkLst>
            <pc:docMk/>
            <pc:sldMk cId="2079609222" sldId="258"/>
            <ac:spMk id="7" creationId="{25D1BFD8-89F1-25BE-E06A-6F8AEBAC0D6F}"/>
          </ac:spMkLst>
        </pc:spChg>
        <pc:spChg chg="add mod">
          <ac:chgData name="Adelya Mukhit" userId="fed11e91-aff9-4f86-9bd9-9a3d468d9687" providerId="ADAL" clId="{32C3C57F-FDBC-53CB-8EE1-DD8AFE435312}" dt="2026-01-14T09:36:22.846" v="2795" actId="113"/>
          <ac:spMkLst>
            <pc:docMk/>
            <pc:sldMk cId="2079609222" sldId="258"/>
            <ac:spMk id="8" creationId="{5D56344A-F0AD-66BB-ECB6-127B3BD2E7CB}"/>
          </ac:spMkLst>
        </pc:spChg>
        <pc:spChg chg="add del">
          <ac:chgData name="Adelya Mukhit" userId="fed11e91-aff9-4f86-9bd9-9a3d468d9687" providerId="ADAL" clId="{32C3C57F-FDBC-53CB-8EE1-DD8AFE435312}" dt="2026-01-14T09:34:49.878" v="2764" actId="26606"/>
          <ac:spMkLst>
            <pc:docMk/>
            <pc:sldMk cId="2079609222" sldId="258"/>
            <ac:spMk id="12" creationId="{D2C8CFF3-1768-4D47-AF59-47911390EBC5}"/>
          </ac:spMkLst>
        </pc:spChg>
        <pc:spChg chg="add del">
          <ac:chgData name="Adelya Mukhit" userId="fed11e91-aff9-4f86-9bd9-9a3d468d9687" providerId="ADAL" clId="{32C3C57F-FDBC-53CB-8EE1-DD8AFE435312}" dt="2026-01-14T09:34:49.878" v="2764" actId="26606"/>
          <ac:spMkLst>
            <pc:docMk/>
            <pc:sldMk cId="2079609222" sldId="258"/>
            <ac:spMk id="14" creationId="{BB05EA52-9370-4EC0-A437-A17F4A88C863}"/>
          </ac:spMkLst>
        </pc:spChg>
        <pc:spChg chg="add">
          <ac:chgData name="Adelya Mukhit" userId="fed11e91-aff9-4f86-9bd9-9a3d468d9687" providerId="ADAL" clId="{32C3C57F-FDBC-53CB-8EE1-DD8AFE435312}" dt="2026-01-14T09:34:49.878" v="2764" actId="26606"/>
          <ac:spMkLst>
            <pc:docMk/>
            <pc:sldMk cId="2079609222" sldId="258"/>
            <ac:spMk id="19" creationId="{733DEE68-6B15-49E1-8C6F-EE553B0597A0}"/>
          </ac:spMkLst>
        </pc:spChg>
        <pc:spChg chg="add">
          <ac:chgData name="Adelya Mukhit" userId="fed11e91-aff9-4f86-9bd9-9a3d468d9687" providerId="ADAL" clId="{32C3C57F-FDBC-53CB-8EE1-DD8AFE435312}" dt="2026-01-14T09:34:49.878" v="2764" actId="26606"/>
          <ac:spMkLst>
            <pc:docMk/>
            <pc:sldMk cId="2079609222" sldId="258"/>
            <ac:spMk id="21" creationId="{EC3F07C8-CCA3-4D2E-A900-8396148C16E0}"/>
          </ac:spMkLst>
        </pc:spChg>
      </pc:sldChg>
      <pc:sldChg chg="modSp new del mod">
        <pc:chgData name="Adelya Mukhit" userId="fed11e91-aff9-4f86-9bd9-9a3d468d9687" providerId="ADAL" clId="{32C3C57F-FDBC-53CB-8EE1-DD8AFE435312}" dt="2026-01-14T19:04:07.048" v="3620" actId="2696"/>
        <pc:sldMkLst>
          <pc:docMk/>
          <pc:sldMk cId="2681719942" sldId="259"/>
        </pc:sldMkLst>
      </pc:sldChg>
      <pc:sldChg chg="addSp delSp modSp new mod">
        <pc:chgData name="Adelya Mukhit" userId="fed11e91-aff9-4f86-9bd9-9a3d468d9687" providerId="ADAL" clId="{32C3C57F-FDBC-53CB-8EE1-DD8AFE435312}" dt="2026-01-15T11:36:36.731" v="6774" actId="113"/>
        <pc:sldMkLst>
          <pc:docMk/>
          <pc:sldMk cId="2180654956" sldId="260"/>
        </pc:sldMkLst>
        <pc:spChg chg="mod">
          <ac:chgData name="Adelya Mukhit" userId="fed11e91-aff9-4f86-9bd9-9a3d468d9687" providerId="ADAL" clId="{32C3C57F-FDBC-53CB-8EE1-DD8AFE435312}" dt="2026-01-14T19:01:44.958" v="3528" actId="1076"/>
          <ac:spMkLst>
            <pc:docMk/>
            <pc:sldMk cId="2180654956" sldId="260"/>
            <ac:spMk id="2" creationId="{91EF69B1-CFBA-0284-9985-E936E10821EE}"/>
          </ac:spMkLst>
        </pc:spChg>
        <pc:spChg chg="del">
          <ac:chgData name="Adelya Mukhit" userId="fed11e91-aff9-4f86-9bd9-9a3d468d9687" providerId="ADAL" clId="{32C3C57F-FDBC-53CB-8EE1-DD8AFE435312}" dt="2026-01-14T09:31:55.747" v="2551" actId="478"/>
          <ac:spMkLst>
            <pc:docMk/>
            <pc:sldMk cId="2180654956" sldId="260"/>
            <ac:spMk id="3" creationId="{655E9F86-C96E-C66E-8B39-482E689B4941}"/>
          </ac:spMkLst>
        </pc:spChg>
        <pc:spChg chg="add del mod">
          <ac:chgData name="Adelya Mukhit" userId="fed11e91-aff9-4f86-9bd9-9a3d468d9687" providerId="ADAL" clId="{32C3C57F-FDBC-53CB-8EE1-DD8AFE435312}" dt="2026-01-14T09:32:03.222" v="2554"/>
          <ac:spMkLst>
            <pc:docMk/>
            <pc:sldMk cId="2180654956" sldId="260"/>
            <ac:spMk id="4" creationId="{2F18E9A5-1B24-B41E-6DED-666B067A508A}"/>
          </ac:spMkLst>
        </pc:spChg>
        <pc:spChg chg="add mod">
          <ac:chgData name="Adelya Mukhit" userId="fed11e91-aff9-4f86-9bd9-9a3d468d9687" providerId="ADAL" clId="{32C3C57F-FDBC-53CB-8EE1-DD8AFE435312}" dt="2026-01-15T11:36:17.800" v="6769" actId="113"/>
          <ac:spMkLst>
            <pc:docMk/>
            <pc:sldMk cId="2180654956" sldId="260"/>
            <ac:spMk id="5" creationId="{D6B50F83-FDED-02F3-6840-FB3CBBB44CE9}"/>
          </ac:spMkLst>
        </pc:spChg>
        <pc:spChg chg="add mod">
          <ac:chgData name="Adelya Mukhit" userId="fed11e91-aff9-4f86-9bd9-9a3d468d9687" providerId="ADAL" clId="{32C3C57F-FDBC-53CB-8EE1-DD8AFE435312}" dt="2026-01-15T11:36:21.225" v="6770" actId="113"/>
          <ac:spMkLst>
            <pc:docMk/>
            <pc:sldMk cId="2180654956" sldId="260"/>
            <ac:spMk id="6" creationId="{510DC5E0-F28D-705F-51E5-503CE06ABE89}"/>
          </ac:spMkLst>
        </pc:spChg>
        <pc:spChg chg="add mod">
          <ac:chgData name="Adelya Mukhit" userId="fed11e91-aff9-4f86-9bd9-9a3d468d9687" providerId="ADAL" clId="{32C3C57F-FDBC-53CB-8EE1-DD8AFE435312}" dt="2026-01-15T11:36:24.565" v="6771" actId="113"/>
          <ac:spMkLst>
            <pc:docMk/>
            <pc:sldMk cId="2180654956" sldId="260"/>
            <ac:spMk id="7" creationId="{0500346B-1F8E-F327-26A2-B36DBAF97120}"/>
          </ac:spMkLst>
        </pc:spChg>
        <pc:spChg chg="add mod">
          <ac:chgData name="Adelya Mukhit" userId="fed11e91-aff9-4f86-9bd9-9a3d468d9687" providerId="ADAL" clId="{32C3C57F-FDBC-53CB-8EE1-DD8AFE435312}" dt="2026-01-15T11:36:30.395" v="6772" actId="113"/>
          <ac:spMkLst>
            <pc:docMk/>
            <pc:sldMk cId="2180654956" sldId="260"/>
            <ac:spMk id="8" creationId="{F0C606FD-8D04-F808-E8E9-467BDD65734D}"/>
          </ac:spMkLst>
        </pc:spChg>
        <pc:spChg chg="add mod">
          <ac:chgData name="Adelya Mukhit" userId="fed11e91-aff9-4f86-9bd9-9a3d468d9687" providerId="ADAL" clId="{32C3C57F-FDBC-53CB-8EE1-DD8AFE435312}" dt="2026-01-15T11:36:33.869" v="6773" actId="113"/>
          <ac:spMkLst>
            <pc:docMk/>
            <pc:sldMk cId="2180654956" sldId="260"/>
            <ac:spMk id="9" creationId="{1A7EEC37-A6C7-3F29-C70B-B7FFF3AF8889}"/>
          </ac:spMkLst>
        </pc:spChg>
        <pc:spChg chg="add mod">
          <ac:chgData name="Adelya Mukhit" userId="fed11e91-aff9-4f86-9bd9-9a3d468d9687" providerId="ADAL" clId="{32C3C57F-FDBC-53CB-8EE1-DD8AFE435312}" dt="2026-01-15T11:36:36.731" v="6774" actId="113"/>
          <ac:spMkLst>
            <pc:docMk/>
            <pc:sldMk cId="2180654956" sldId="260"/>
            <ac:spMk id="10" creationId="{86875998-7779-6DF8-EC30-619FE7BA3840}"/>
          </ac:spMkLst>
        </pc:spChg>
        <pc:spChg chg="add mod">
          <ac:chgData name="Adelya Mukhit" userId="fed11e91-aff9-4f86-9bd9-9a3d468d9687" providerId="ADAL" clId="{32C3C57F-FDBC-53CB-8EE1-DD8AFE435312}" dt="2026-01-15T11:35:28.103" v="6760" actId="1076"/>
          <ac:spMkLst>
            <pc:docMk/>
            <pc:sldMk cId="2180654956" sldId="260"/>
            <ac:spMk id="11" creationId="{22D804D5-50F5-9C9E-183D-7D2CF34B7A73}"/>
          </ac:spMkLst>
        </pc:spChg>
        <pc:spChg chg="add mod">
          <ac:chgData name="Adelya Mukhit" userId="fed11e91-aff9-4f86-9bd9-9a3d468d9687" providerId="ADAL" clId="{32C3C57F-FDBC-53CB-8EE1-DD8AFE435312}" dt="2026-01-15T11:35:55.645" v="6766" actId="1076"/>
          <ac:spMkLst>
            <pc:docMk/>
            <pc:sldMk cId="2180654956" sldId="260"/>
            <ac:spMk id="12" creationId="{0200AAE8-97F3-13D4-23F0-1542C49E9CD2}"/>
          </ac:spMkLst>
        </pc:spChg>
      </pc:sldChg>
      <pc:sldChg chg="addSp delSp modSp new mod">
        <pc:chgData name="Adelya Mukhit" userId="fed11e91-aff9-4f86-9bd9-9a3d468d9687" providerId="ADAL" clId="{32C3C57F-FDBC-53CB-8EE1-DD8AFE435312}" dt="2026-01-15T11:39:07.767" v="6810" actId="1076"/>
        <pc:sldMkLst>
          <pc:docMk/>
          <pc:sldMk cId="4227630480" sldId="261"/>
        </pc:sldMkLst>
        <pc:spChg chg="mod">
          <ac:chgData name="Adelya Mukhit" userId="fed11e91-aff9-4f86-9bd9-9a3d468d9687" providerId="ADAL" clId="{32C3C57F-FDBC-53CB-8EE1-DD8AFE435312}" dt="2026-01-14T19:16:45.072" v="4063" actId="1076"/>
          <ac:spMkLst>
            <pc:docMk/>
            <pc:sldMk cId="4227630480" sldId="261"/>
            <ac:spMk id="2" creationId="{BC4018EE-DD10-F69A-D809-FBFC6EB0B359}"/>
          </ac:spMkLst>
        </pc:spChg>
        <pc:spChg chg="del">
          <ac:chgData name="Adelya Mukhit" userId="fed11e91-aff9-4f86-9bd9-9a3d468d9687" providerId="ADAL" clId="{32C3C57F-FDBC-53CB-8EE1-DD8AFE435312}" dt="2026-01-14T19:12:08.675" v="3868" actId="478"/>
          <ac:spMkLst>
            <pc:docMk/>
            <pc:sldMk cId="4227630480" sldId="261"/>
            <ac:spMk id="3" creationId="{0CA7761D-B34D-CF6D-71E4-38544D20CFF9}"/>
          </ac:spMkLst>
        </pc:spChg>
        <pc:spChg chg="add mod">
          <ac:chgData name="Adelya Mukhit" userId="fed11e91-aff9-4f86-9bd9-9a3d468d9687" providerId="ADAL" clId="{32C3C57F-FDBC-53CB-8EE1-DD8AFE435312}" dt="2026-01-15T11:39:07.767" v="6810" actId="1076"/>
          <ac:spMkLst>
            <pc:docMk/>
            <pc:sldMk cId="4227630480" sldId="261"/>
            <ac:spMk id="4" creationId="{6C41F82B-E302-1EF8-7FD9-817DA50715EA}"/>
          </ac:spMkLst>
        </pc:spChg>
        <pc:spChg chg="add mod">
          <ac:chgData name="Adelya Mukhit" userId="fed11e91-aff9-4f86-9bd9-9a3d468d9687" providerId="ADAL" clId="{32C3C57F-FDBC-53CB-8EE1-DD8AFE435312}" dt="2026-01-15T11:39:04.689" v="6809" actId="1076"/>
          <ac:spMkLst>
            <pc:docMk/>
            <pc:sldMk cId="4227630480" sldId="261"/>
            <ac:spMk id="5" creationId="{1DAEDA99-3536-D443-44FB-B58D0CCB5432}"/>
          </ac:spMkLst>
        </pc:spChg>
        <pc:spChg chg="add mod">
          <ac:chgData name="Adelya Mukhit" userId="fed11e91-aff9-4f86-9bd9-9a3d468d9687" providerId="ADAL" clId="{32C3C57F-FDBC-53CB-8EE1-DD8AFE435312}" dt="2026-01-15T11:38:54.592" v="6806" actId="1076"/>
          <ac:spMkLst>
            <pc:docMk/>
            <pc:sldMk cId="4227630480" sldId="261"/>
            <ac:spMk id="6" creationId="{4B34FAFC-CB0B-8927-6747-9E37B22BBE45}"/>
          </ac:spMkLst>
        </pc:spChg>
        <pc:spChg chg="add mod">
          <ac:chgData name="Adelya Mukhit" userId="fed11e91-aff9-4f86-9bd9-9a3d468d9687" providerId="ADAL" clId="{32C3C57F-FDBC-53CB-8EE1-DD8AFE435312}" dt="2026-01-15T11:38:28.067" v="6801" actId="113"/>
          <ac:spMkLst>
            <pc:docMk/>
            <pc:sldMk cId="4227630480" sldId="261"/>
            <ac:spMk id="7" creationId="{4F3EECA9-4285-EF47-FE1C-28BC350D727E}"/>
          </ac:spMkLst>
        </pc:spChg>
        <pc:spChg chg="add mod">
          <ac:chgData name="Adelya Mukhit" userId="fed11e91-aff9-4f86-9bd9-9a3d468d9687" providerId="ADAL" clId="{32C3C57F-FDBC-53CB-8EE1-DD8AFE435312}" dt="2026-01-15T11:38:24.634" v="6800" actId="113"/>
          <ac:spMkLst>
            <pc:docMk/>
            <pc:sldMk cId="4227630480" sldId="261"/>
            <ac:spMk id="9" creationId="{5D929E8F-E578-E283-7ACE-646FEB891C02}"/>
          </ac:spMkLst>
        </pc:spChg>
        <pc:spChg chg="add mod">
          <ac:chgData name="Adelya Mukhit" userId="fed11e91-aff9-4f86-9bd9-9a3d468d9687" providerId="ADAL" clId="{32C3C57F-FDBC-53CB-8EE1-DD8AFE435312}" dt="2026-01-15T11:38:31.353" v="6802" actId="113"/>
          <ac:spMkLst>
            <pc:docMk/>
            <pc:sldMk cId="4227630480" sldId="261"/>
            <ac:spMk id="10" creationId="{BA39EB0D-03D3-D345-3F2E-EA1337B06DC7}"/>
          </ac:spMkLst>
        </pc:spChg>
        <pc:spChg chg="add mod">
          <ac:chgData name="Adelya Mukhit" userId="fed11e91-aff9-4f86-9bd9-9a3d468d9687" providerId="ADAL" clId="{32C3C57F-FDBC-53CB-8EE1-DD8AFE435312}" dt="2026-01-15T11:38:13.651" v="6797" actId="14100"/>
          <ac:spMkLst>
            <pc:docMk/>
            <pc:sldMk cId="4227630480" sldId="261"/>
            <ac:spMk id="11" creationId="{FAFC0210-F077-0865-EB13-F888E8CC3306}"/>
          </ac:spMkLst>
        </pc:spChg>
        <pc:spChg chg="add mod">
          <ac:chgData name="Adelya Mukhit" userId="fed11e91-aff9-4f86-9bd9-9a3d468d9687" providerId="ADAL" clId="{32C3C57F-FDBC-53CB-8EE1-DD8AFE435312}" dt="2026-01-15T11:38:10.199" v="6796" actId="14100"/>
          <ac:spMkLst>
            <pc:docMk/>
            <pc:sldMk cId="4227630480" sldId="261"/>
            <ac:spMk id="12" creationId="{E38935B1-DDD3-3EC1-91E1-1B88E11DCE67}"/>
          </ac:spMkLst>
        </pc:spChg>
      </pc:sldChg>
      <pc:sldChg chg="addSp delSp modSp new mod">
        <pc:chgData name="Adelya Mukhit" userId="fed11e91-aff9-4f86-9bd9-9a3d468d9687" providerId="ADAL" clId="{32C3C57F-FDBC-53CB-8EE1-DD8AFE435312}" dt="2026-01-14T19:28:05.288" v="4698" actId="20577"/>
        <pc:sldMkLst>
          <pc:docMk/>
          <pc:sldMk cId="3732575252" sldId="262"/>
        </pc:sldMkLst>
        <pc:spChg chg="mod">
          <ac:chgData name="Adelya Mukhit" userId="fed11e91-aff9-4f86-9bd9-9a3d468d9687" providerId="ADAL" clId="{32C3C57F-FDBC-53CB-8EE1-DD8AFE435312}" dt="2026-01-14T19:23:13.086" v="4528" actId="1076"/>
          <ac:spMkLst>
            <pc:docMk/>
            <pc:sldMk cId="3732575252" sldId="262"/>
            <ac:spMk id="2" creationId="{D1910C16-786E-6FE7-3CEF-800F4E25BA89}"/>
          </ac:spMkLst>
        </pc:spChg>
        <pc:spChg chg="del">
          <ac:chgData name="Adelya Mukhit" userId="fed11e91-aff9-4f86-9bd9-9a3d468d9687" providerId="ADAL" clId="{32C3C57F-FDBC-53CB-8EE1-DD8AFE435312}" dt="2026-01-14T19:23:10.555" v="4527" actId="478"/>
          <ac:spMkLst>
            <pc:docMk/>
            <pc:sldMk cId="3732575252" sldId="262"/>
            <ac:spMk id="3" creationId="{9A838404-03D6-02AF-4001-F5022B3D3AFF}"/>
          </ac:spMkLst>
        </pc:spChg>
        <pc:graphicFrameChg chg="add mod modGraphic">
          <ac:chgData name="Adelya Mukhit" userId="fed11e91-aff9-4f86-9bd9-9a3d468d9687" providerId="ADAL" clId="{32C3C57F-FDBC-53CB-8EE1-DD8AFE435312}" dt="2026-01-14T19:28:05.288" v="4698" actId="20577"/>
          <ac:graphicFrameMkLst>
            <pc:docMk/>
            <pc:sldMk cId="3732575252" sldId="262"/>
            <ac:graphicFrameMk id="4" creationId="{6F817FFF-E6B6-1782-8EC9-3C6F0821D734}"/>
          </ac:graphicFrameMkLst>
        </pc:graphicFrameChg>
      </pc:sldChg>
      <pc:sldChg chg="modSp new del mod">
        <pc:chgData name="Adelya Mukhit" userId="fed11e91-aff9-4f86-9bd9-9a3d468d9687" providerId="ADAL" clId="{32C3C57F-FDBC-53CB-8EE1-DD8AFE435312}" dt="2026-01-14T19:03:59.583" v="3619" actId="2696"/>
        <pc:sldMkLst>
          <pc:docMk/>
          <pc:sldMk cId="82520830" sldId="263"/>
        </pc:sldMkLst>
      </pc:sldChg>
      <pc:sldChg chg="addSp delSp modSp new mod">
        <pc:chgData name="Adelya Mukhit" userId="fed11e91-aff9-4f86-9bd9-9a3d468d9687" providerId="ADAL" clId="{32C3C57F-FDBC-53CB-8EE1-DD8AFE435312}" dt="2026-01-15T11:40:30.485" v="6832" actId="113"/>
        <pc:sldMkLst>
          <pc:docMk/>
          <pc:sldMk cId="2273446102" sldId="264"/>
        </pc:sldMkLst>
        <pc:spChg chg="mod">
          <ac:chgData name="Adelya Mukhit" userId="fed11e91-aff9-4f86-9bd9-9a3d468d9687" providerId="ADAL" clId="{32C3C57F-FDBC-53CB-8EE1-DD8AFE435312}" dt="2026-01-15T11:39:26.165" v="6812" actId="1076"/>
          <ac:spMkLst>
            <pc:docMk/>
            <pc:sldMk cId="2273446102" sldId="264"/>
            <ac:spMk id="2" creationId="{E19684EA-2C3C-5D28-E2E7-014B2DEA9789}"/>
          </ac:spMkLst>
        </pc:spChg>
        <pc:spChg chg="del">
          <ac:chgData name="Adelya Mukhit" userId="fed11e91-aff9-4f86-9bd9-9a3d468d9687" providerId="ADAL" clId="{32C3C57F-FDBC-53CB-8EE1-DD8AFE435312}" dt="2026-01-14T19:36:59.406" v="5217" actId="478"/>
          <ac:spMkLst>
            <pc:docMk/>
            <pc:sldMk cId="2273446102" sldId="264"/>
            <ac:spMk id="3" creationId="{B733EA2E-DD4D-3D73-F5C9-1F9B1267267D}"/>
          </ac:spMkLst>
        </pc:spChg>
        <pc:spChg chg="add mod">
          <ac:chgData name="Adelya Mukhit" userId="fed11e91-aff9-4f86-9bd9-9a3d468d9687" providerId="ADAL" clId="{32C3C57F-FDBC-53CB-8EE1-DD8AFE435312}" dt="2026-01-15T11:40:30.485" v="6832" actId="113"/>
          <ac:spMkLst>
            <pc:docMk/>
            <pc:sldMk cId="2273446102" sldId="264"/>
            <ac:spMk id="4" creationId="{10CD7C54-833C-7D54-30D5-89767EC94837}"/>
          </ac:spMkLst>
        </pc:spChg>
        <pc:spChg chg="add del mod">
          <ac:chgData name="Adelya Mukhit" userId="fed11e91-aff9-4f86-9bd9-9a3d468d9687" providerId="ADAL" clId="{32C3C57F-FDBC-53CB-8EE1-DD8AFE435312}" dt="2026-01-14T19:42:11.122" v="5647"/>
          <ac:spMkLst>
            <pc:docMk/>
            <pc:sldMk cId="2273446102" sldId="264"/>
            <ac:spMk id="5" creationId="{96F38329-38E6-A4EB-1746-F03DE745EED8}"/>
          </ac:spMkLst>
        </pc:spChg>
        <pc:spChg chg="add mod">
          <ac:chgData name="Adelya Mukhit" userId="fed11e91-aff9-4f86-9bd9-9a3d468d9687" providerId="ADAL" clId="{32C3C57F-FDBC-53CB-8EE1-DD8AFE435312}" dt="2026-01-15T11:40:16.063" v="6824" actId="113"/>
          <ac:spMkLst>
            <pc:docMk/>
            <pc:sldMk cId="2273446102" sldId="264"/>
            <ac:spMk id="6" creationId="{C0E483E4-4520-8D1D-5C9E-00402EAFC208}"/>
          </ac:spMkLst>
        </pc:spChg>
        <pc:spChg chg="add mod">
          <ac:chgData name="Adelya Mukhit" userId="fed11e91-aff9-4f86-9bd9-9a3d468d9687" providerId="ADAL" clId="{32C3C57F-FDBC-53CB-8EE1-DD8AFE435312}" dt="2026-01-15T11:39:49.074" v="6817" actId="1076"/>
          <ac:spMkLst>
            <pc:docMk/>
            <pc:sldMk cId="2273446102" sldId="264"/>
            <ac:spMk id="7" creationId="{9EB7E072-E4D8-C7BE-D9FC-B23557689765}"/>
          </ac:spMkLst>
        </pc:spChg>
        <pc:spChg chg="add mod">
          <ac:chgData name="Adelya Mukhit" userId="fed11e91-aff9-4f86-9bd9-9a3d468d9687" providerId="ADAL" clId="{32C3C57F-FDBC-53CB-8EE1-DD8AFE435312}" dt="2026-01-15T11:39:52.803" v="6818" actId="1076"/>
          <ac:spMkLst>
            <pc:docMk/>
            <pc:sldMk cId="2273446102" sldId="264"/>
            <ac:spMk id="8" creationId="{5B07B078-B69A-BF92-E720-82CB72D4B5F4}"/>
          </ac:spMkLst>
        </pc:spChg>
      </pc:sldChg>
      <pc:sldChg chg="modSp new del mod">
        <pc:chgData name="Adelya Mukhit" userId="fed11e91-aff9-4f86-9bd9-9a3d468d9687" providerId="ADAL" clId="{32C3C57F-FDBC-53CB-8EE1-DD8AFE435312}" dt="2026-01-14T19:45:43.107" v="6009" actId="2696"/>
        <pc:sldMkLst>
          <pc:docMk/>
          <pc:sldMk cId="3093888578" sldId="265"/>
        </pc:sldMkLst>
      </pc:sldChg>
      <pc:sldChg chg="modSp new del mod">
        <pc:chgData name="Adelya Mukhit" userId="fed11e91-aff9-4f86-9bd9-9a3d468d9687" providerId="ADAL" clId="{32C3C57F-FDBC-53CB-8EE1-DD8AFE435312}" dt="2026-01-14T19:46:09.224" v="6010" actId="2696"/>
        <pc:sldMkLst>
          <pc:docMk/>
          <pc:sldMk cId="3424325219" sldId="266"/>
        </pc:sldMkLst>
      </pc:sldChg>
      <pc:sldChg chg="addSp delSp modSp new mod">
        <pc:chgData name="Adelya Mukhit" userId="fed11e91-aff9-4f86-9bd9-9a3d468d9687" providerId="ADAL" clId="{32C3C57F-FDBC-53CB-8EE1-DD8AFE435312}" dt="2026-01-15T11:43:38.985" v="6909" actId="14100"/>
        <pc:sldMkLst>
          <pc:docMk/>
          <pc:sldMk cId="3516744613" sldId="267"/>
        </pc:sldMkLst>
        <pc:spChg chg="mod">
          <ac:chgData name="Adelya Mukhit" userId="fed11e91-aff9-4f86-9bd9-9a3d468d9687" providerId="ADAL" clId="{32C3C57F-FDBC-53CB-8EE1-DD8AFE435312}" dt="2026-01-15T11:43:31.284" v="6906" actId="1076"/>
          <ac:spMkLst>
            <pc:docMk/>
            <pc:sldMk cId="3516744613" sldId="267"/>
            <ac:spMk id="2" creationId="{F586B7C0-9A6D-CDE3-60FE-70742F6DC200}"/>
          </ac:spMkLst>
        </pc:spChg>
        <pc:spChg chg="del">
          <ac:chgData name="Adelya Mukhit" userId="fed11e91-aff9-4f86-9bd9-9a3d468d9687" providerId="ADAL" clId="{32C3C57F-FDBC-53CB-8EE1-DD8AFE435312}" dt="2026-01-14T20:00:51.076" v="6470" actId="478"/>
          <ac:spMkLst>
            <pc:docMk/>
            <pc:sldMk cId="3516744613" sldId="267"/>
            <ac:spMk id="3" creationId="{A9065B76-82B2-0C0A-1824-CFE0142AC9B3}"/>
          </ac:spMkLst>
        </pc:spChg>
        <pc:spChg chg="add mod">
          <ac:chgData name="Adelya Mukhit" userId="fed11e91-aff9-4f86-9bd9-9a3d468d9687" providerId="ADAL" clId="{32C3C57F-FDBC-53CB-8EE1-DD8AFE435312}" dt="2026-01-15T11:43:29.211" v="6905" actId="1076"/>
          <ac:spMkLst>
            <pc:docMk/>
            <pc:sldMk cId="3516744613" sldId="267"/>
            <ac:spMk id="4" creationId="{CAE8E42A-8CCD-3F32-D89D-95D749031C78}"/>
          </ac:spMkLst>
        </pc:spChg>
        <pc:spChg chg="add mod">
          <ac:chgData name="Adelya Mukhit" userId="fed11e91-aff9-4f86-9bd9-9a3d468d9687" providerId="ADAL" clId="{32C3C57F-FDBC-53CB-8EE1-DD8AFE435312}" dt="2026-01-15T11:43:38.985" v="6909" actId="14100"/>
          <ac:spMkLst>
            <pc:docMk/>
            <pc:sldMk cId="3516744613" sldId="267"/>
            <ac:spMk id="5" creationId="{790DF330-C657-3D32-423D-74371FCFD0A9}"/>
          </ac:spMkLst>
        </pc:spChg>
      </pc:sldChg>
      <pc:sldChg chg="addSp delSp modSp new mod">
        <pc:chgData name="Adelya Mukhit" userId="fed11e91-aff9-4f86-9bd9-9a3d468d9687" providerId="ADAL" clId="{32C3C57F-FDBC-53CB-8EE1-DD8AFE435312}" dt="2026-01-14T18:55:41.500" v="3201" actId="1076"/>
        <pc:sldMkLst>
          <pc:docMk/>
          <pc:sldMk cId="3219488288" sldId="268"/>
        </pc:sldMkLst>
        <pc:spChg chg="del mod">
          <ac:chgData name="Adelya Mukhit" userId="fed11e91-aff9-4f86-9bd9-9a3d468d9687" providerId="ADAL" clId="{32C3C57F-FDBC-53CB-8EE1-DD8AFE435312}" dt="2026-01-14T18:55:07.994" v="3173" actId="478"/>
          <ac:spMkLst>
            <pc:docMk/>
            <pc:sldMk cId="3219488288" sldId="268"/>
            <ac:spMk id="2" creationId="{4F689185-0A22-BCAC-E75A-2581F67776E3}"/>
          </ac:spMkLst>
        </pc:spChg>
        <pc:spChg chg="del mod">
          <ac:chgData name="Adelya Mukhit" userId="fed11e91-aff9-4f86-9bd9-9a3d468d9687" providerId="ADAL" clId="{32C3C57F-FDBC-53CB-8EE1-DD8AFE435312}" dt="2026-01-14T18:55:17.984" v="3187" actId="478"/>
          <ac:spMkLst>
            <pc:docMk/>
            <pc:sldMk cId="3219488288" sldId="268"/>
            <ac:spMk id="3" creationId="{8F33AD78-C6C9-37D0-48FA-F4599B13D912}"/>
          </ac:spMkLst>
        </pc:spChg>
        <pc:spChg chg="add del mod">
          <ac:chgData name="Adelya Mukhit" userId="fed11e91-aff9-4f86-9bd9-9a3d468d9687" providerId="ADAL" clId="{32C3C57F-FDBC-53CB-8EE1-DD8AFE435312}" dt="2026-01-14T18:55:09.449" v="3174" actId="478"/>
          <ac:spMkLst>
            <pc:docMk/>
            <pc:sldMk cId="3219488288" sldId="268"/>
            <ac:spMk id="5" creationId="{0647662D-A951-6772-8D66-015CE1BA747D}"/>
          </ac:spMkLst>
        </pc:spChg>
        <pc:spChg chg="add del mod">
          <ac:chgData name="Adelya Mukhit" userId="fed11e91-aff9-4f86-9bd9-9a3d468d9687" providerId="ADAL" clId="{32C3C57F-FDBC-53CB-8EE1-DD8AFE435312}" dt="2026-01-14T18:55:19.691" v="3188" actId="478"/>
          <ac:spMkLst>
            <pc:docMk/>
            <pc:sldMk cId="3219488288" sldId="268"/>
            <ac:spMk id="7" creationId="{F667B28D-7DE1-AB3C-4F0C-D09C197D4FC9}"/>
          </ac:spMkLst>
        </pc:spChg>
        <pc:spChg chg="add mod">
          <ac:chgData name="Adelya Mukhit" userId="fed11e91-aff9-4f86-9bd9-9a3d468d9687" providerId="ADAL" clId="{32C3C57F-FDBC-53CB-8EE1-DD8AFE435312}" dt="2026-01-14T18:55:41.500" v="3201" actId="1076"/>
          <ac:spMkLst>
            <pc:docMk/>
            <pc:sldMk cId="3219488288" sldId="268"/>
            <ac:spMk id="8" creationId="{6F86C3CA-B3D1-8952-2A2C-FF05A6DD4ED3}"/>
          </ac:spMkLst>
        </pc:spChg>
      </pc:sldChg>
      <pc:sldChg chg="addSp delSp modSp new mod">
        <pc:chgData name="Adelya Mukhit" userId="fed11e91-aff9-4f86-9bd9-9a3d468d9687" providerId="ADAL" clId="{32C3C57F-FDBC-53CB-8EE1-DD8AFE435312}" dt="2026-01-14T18:54:48.481" v="3172" actId="14100"/>
        <pc:sldMkLst>
          <pc:docMk/>
          <pc:sldMk cId="3178704742" sldId="269"/>
        </pc:sldMkLst>
        <pc:spChg chg="mod">
          <ac:chgData name="Adelya Mukhit" userId="fed11e91-aff9-4f86-9bd9-9a3d468d9687" providerId="ADAL" clId="{32C3C57F-FDBC-53CB-8EE1-DD8AFE435312}" dt="2026-01-14T18:54:48.481" v="3172" actId="14100"/>
          <ac:spMkLst>
            <pc:docMk/>
            <pc:sldMk cId="3178704742" sldId="269"/>
            <ac:spMk id="2" creationId="{DC8939E1-75A5-B757-167B-97946D54E36F}"/>
          </ac:spMkLst>
        </pc:spChg>
        <pc:spChg chg="del mod">
          <ac:chgData name="Adelya Mukhit" userId="fed11e91-aff9-4f86-9bd9-9a3d468d9687" providerId="ADAL" clId="{32C3C57F-FDBC-53CB-8EE1-DD8AFE435312}" dt="2026-01-14T09:20:35.584" v="2001" actId="478"/>
          <ac:spMkLst>
            <pc:docMk/>
            <pc:sldMk cId="3178704742" sldId="269"/>
            <ac:spMk id="3" creationId="{0DF94850-07BE-E1B9-DE6C-D7ACA8FABD70}"/>
          </ac:spMkLst>
        </pc:spChg>
        <pc:spChg chg="add del mod">
          <ac:chgData name="Adelya Mukhit" userId="fed11e91-aff9-4f86-9bd9-9a3d468d9687" providerId="ADAL" clId="{32C3C57F-FDBC-53CB-8EE1-DD8AFE435312}" dt="2026-01-14T09:20:37.268" v="2002" actId="478"/>
          <ac:spMkLst>
            <pc:docMk/>
            <pc:sldMk cId="3178704742" sldId="269"/>
            <ac:spMk id="5" creationId="{A91C8C30-2B87-CB5B-7387-74BA692059FB}"/>
          </ac:spMkLst>
        </pc:spChg>
        <pc:spChg chg="add mod">
          <ac:chgData name="Adelya Mukhit" userId="fed11e91-aff9-4f86-9bd9-9a3d468d9687" providerId="ADAL" clId="{32C3C57F-FDBC-53CB-8EE1-DD8AFE435312}" dt="2026-01-14T09:35:48.087" v="2785" actId="20577"/>
          <ac:spMkLst>
            <pc:docMk/>
            <pc:sldMk cId="3178704742" sldId="269"/>
            <ac:spMk id="6" creationId="{A85FB939-BA57-4BA7-F481-D62E60F70680}"/>
          </ac:spMkLst>
        </pc:spChg>
        <pc:spChg chg="add mod">
          <ac:chgData name="Adelya Mukhit" userId="fed11e91-aff9-4f86-9bd9-9a3d468d9687" providerId="ADAL" clId="{32C3C57F-FDBC-53CB-8EE1-DD8AFE435312}" dt="2026-01-14T18:54:27.171" v="3169" actId="167"/>
          <ac:spMkLst>
            <pc:docMk/>
            <pc:sldMk cId="3178704742" sldId="269"/>
            <ac:spMk id="7" creationId="{6840499B-5910-9B50-CC9C-A6D2DF5F2C11}"/>
          </ac:spMkLst>
        </pc:spChg>
      </pc:sldChg>
      <pc:sldChg chg="addSp delSp modSp new mod ord">
        <pc:chgData name="Adelya Mukhit" userId="fed11e91-aff9-4f86-9bd9-9a3d468d9687" providerId="ADAL" clId="{32C3C57F-FDBC-53CB-8EE1-DD8AFE435312}" dt="2026-01-15T11:41:39.371" v="6841" actId="20577"/>
        <pc:sldMkLst>
          <pc:docMk/>
          <pc:sldMk cId="3601373079" sldId="270"/>
        </pc:sldMkLst>
        <pc:spChg chg="mod">
          <ac:chgData name="Adelya Mukhit" userId="fed11e91-aff9-4f86-9bd9-9a3d468d9687" providerId="ADAL" clId="{32C3C57F-FDBC-53CB-8EE1-DD8AFE435312}" dt="2026-01-14T19:55:51.148" v="6466" actId="1076"/>
          <ac:spMkLst>
            <pc:docMk/>
            <pc:sldMk cId="3601373079" sldId="270"/>
            <ac:spMk id="2" creationId="{9C80849B-0061-AE9C-8D45-25DF695E025B}"/>
          </ac:spMkLst>
        </pc:spChg>
        <pc:spChg chg="del">
          <ac:chgData name="Adelya Mukhit" userId="fed11e91-aff9-4f86-9bd9-9a3d468d9687" providerId="ADAL" clId="{32C3C57F-FDBC-53CB-8EE1-DD8AFE435312}" dt="2026-01-14T19:28:52.601" v="4714" actId="478"/>
          <ac:spMkLst>
            <pc:docMk/>
            <pc:sldMk cId="3601373079" sldId="270"/>
            <ac:spMk id="3" creationId="{CE118658-1380-1056-3987-E7DE45199E0F}"/>
          </ac:spMkLst>
        </pc:spChg>
        <pc:spChg chg="add mod">
          <ac:chgData name="Adelya Mukhit" userId="fed11e91-aff9-4f86-9bd9-9a3d468d9687" providerId="ADAL" clId="{32C3C57F-FDBC-53CB-8EE1-DD8AFE435312}" dt="2026-01-15T11:41:39.371" v="6841" actId="20577"/>
          <ac:spMkLst>
            <pc:docMk/>
            <pc:sldMk cId="3601373079" sldId="270"/>
            <ac:spMk id="4" creationId="{7EB13554-3680-4806-D318-D2399AD1DEA3}"/>
          </ac:spMkLst>
        </pc:spChg>
        <pc:spChg chg="add mod">
          <ac:chgData name="Adelya Mukhit" userId="fed11e91-aff9-4f86-9bd9-9a3d468d9687" providerId="ADAL" clId="{32C3C57F-FDBC-53CB-8EE1-DD8AFE435312}" dt="2026-01-15T11:41:14.742" v="6839" actId="14100"/>
          <ac:spMkLst>
            <pc:docMk/>
            <pc:sldMk cId="3601373079" sldId="270"/>
            <ac:spMk id="5" creationId="{555FEDCA-6C61-6319-3BF8-B687128CF42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1/12/26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1/12/26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1/12/26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1/12/26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1/12/26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1/12/26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1/12/26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1/12/26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1/12/26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1/12/26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1/12/26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1/12/26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5BBD8-0552-96B8-DC80-62A1A9CF4C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</a:t>
            </a:r>
            <a:r>
              <a:rPr lang="en-AE" dirty="0"/>
              <a:t>tock sentiment analysis</a:t>
            </a:r>
            <a:br>
              <a:rPr lang="en-AE" dirty="0"/>
            </a:br>
            <a:r>
              <a:rPr lang="en-AE" dirty="0"/>
              <a:t>final results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468E04-012B-5E79-BFA7-900E954191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E" dirty="0"/>
              <a:t>Adelya</a:t>
            </a:r>
          </a:p>
        </p:txBody>
      </p:sp>
    </p:spTree>
    <p:extLst>
      <p:ext uri="{BB962C8B-B14F-4D97-AF65-F5344CB8AC3E}">
        <p14:creationId xmlns:p14="http://schemas.microsoft.com/office/powerpoint/2010/main" val="3036800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840499B-5910-9B50-CC9C-A6D2DF5F2C11}"/>
              </a:ext>
            </a:extLst>
          </p:cNvPr>
          <p:cNvSpPr txBox="1">
            <a:spLocks/>
          </p:cNvSpPr>
          <p:nvPr/>
        </p:nvSpPr>
        <p:spPr bwMode="black">
          <a:xfrm>
            <a:off x="1868129" y="2240279"/>
            <a:ext cx="8426245" cy="4042533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A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8939E1-75A5-B757-167B-97946D54E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8129" y="640080"/>
            <a:ext cx="8426245" cy="1188720"/>
          </a:xfrm>
        </p:spPr>
        <p:txBody>
          <a:bodyPr/>
          <a:lstStyle/>
          <a:p>
            <a:r>
              <a:rPr lang="en-US" dirty="0"/>
              <a:t>W</a:t>
            </a:r>
            <a:r>
              <a:rPr lang="en-AE" dirty="0"/>
              <a:t>hat </a:t>
            </a:r>
            <a:r>
              <a:rPr lang="en-US" dirty="0"/>
              <a:t>I</a:t>
            </a:r>
            <a:r>
              <a:rPr lang="en-AE" dirty="0"/>
              <a:t> set out to do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5FB939-BA57-4BA7-F481-D62E60F70680}"/>
              </a:ext>
            </a:extLst>
          </p:cNvPr>
          <p:cNvSpPr txBox="1"/>
          <p:nvPr/>
        </p:nvSpPr>
        <p:spPr>
          <a:xfrm>
            <a:off x="2231136" y="2606040"/>
            <a:ext cx="8843009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E" sz="2000" b="1" dirty="0"/>
              <a:t>Project goals: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E" sz="2000" dirty="0"/>
              <a:t>Analyze how company news and market sentiment influence stock price movements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E" sz="2000" dirty="0"/>
              <a:t>Develop a rule based trading strategy using sentiment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E" sz="2000" dirty="0"/>
              <a:t>Compare strategy performance against buy-and-hold strategy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Use multiple data sources: stock prices, news, economic indicators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Create visualizations and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r>
              <a:rPr lang="en-US" sz="2000" b="1" dirty="0"/>
              <a:t>Learning goal: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Discover if sentiment-based trading can outperform passive investing</a:t>
            </a:r>
            <a:endParaRPr lang="en-AE" sz="2000" dirty="0"/>
          </a:p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31787047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C52AD-3885-3B29-10C2-9570767BE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432861"/>
            <a:ext cx="7729728" cy="1188720"/>
          </a:xfrm>
        </p:spPr>
        <p:txBody>
          <a:bodyPr/>
          <a:lstStyle/>
          <a:p>
            <a:r>
              <a:rPr lang="en-US" dirty="0"/>
              <a:t>Planned vs actual outcome </a:t>
            </a:r>
            <a:r>
              <a:rPr lang="en-AE" dirty="0"/>
              <a:t>comparison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DF3611D-7441-6413-FD3F-F126114483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8213446"/>
              </p:ext>
            </p:extLst>
          </p:nvPr>
        </p:nvGraphicFramePr>
        <p:xfrm>
          <a:off x="706755" y="1836289"/>
          <a:ext cx="10778490" cy="441811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592830">
                  <a:extLst>
                    <a:ext uri="{9D8B030D-6E8A-4147-A177-3AD203B41FA5}">
                      <a16:colId xmlns:a16="http://schemas.microsoft.com/office/drawing/2014/main" val="2242068948"/>
                    </a:ext>
                  </a:extLst>
                </a:gridCol>
                <a:gridCol w="3592830">
                  <a:extLst>
                    <a:ext uri="{9D8B030D-6E8A-4147-A177-3AD203B41FA5}">
                      <a16:colId xmlns:a16="http://schemas.microsoft.com/office/drawing/2014/main" val="4131674630"/>
                    </a:ext>
                  </a:extLst>
                </a:gridCol>
                <a:gridCol w="3592830">
                  <a:extLst>
                    <a:ext uri="{9D8B030D-6E8A-4147-A177-3AD203B41FA5}">
                      <a16:colId xmlns:a16="http://schemas.microsoft.com/office/drawing/2014/main" val="2172958809"/>
                    </a:ext>
                  </a:extLst>
                </a:gridCol>
              </a:tblGrid>
              <a:tr h="736353">
                <a:tc>
                  <a:txBody>
                    <a:bodyPr/>
                    <a:lstStyle/>
                    <a:p>
                      <a:r>
                        <a:rPr lang="en-AE" dirty="0">
                          <a:solidFill>
                            <a:schemeClr val="tx1"/>
                          </a:solidFill>
                        </a:rPr>
                        <a:t>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AE" dirty="0">
                          <a:solidFill>
                            <a:schemeClr val="tx1"/>
                          </a:solidFill>
                        </a:rPr>
                        <a:t>nitial 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E" dirty="0">
                          <a:solidFill>
                            <a:schemeClr val="tx1"/>
                          </a:solidFill>
                        </a:rPr>
                        <a:t>Outcome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56420"/>
                  </a:ext>
                </a:extLst>
              </a:tr>
              <a:tr h="736353"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  <a:r>
                        <a:rPr lang="en-AE" dirty="0"/>
                        <a:t>entiment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E" dirty="0"/>
                        <a:t>Deepseek/Grok LLMs + VADER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E" dirty="0"/>
                        <a:t>Only VADER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3931988"/>
                  </a:ext>
                </a:extLst>
              </a:tr>
              <a:tr h="736353"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  <a:r>
                        <a:rPr lang="en-AE" dirty="0"/>
                        <a:t>trategy 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E" dirty="0"/>
                        <a:t>Multi-factor weighting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E" dirty="0"/>
                        <a:t>Simple threshold rule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3350444"/>
                  </a:ext>
                </a:extLst>
              </a:tr>
              <a:tr h="736353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  <a:r>
                        <a:rPr lang="en-AE" dirty="0"/>
                        <a:t>ata sources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E" dirty="0"/>
                        <a:t>Stock + news + sentiment + macro indicators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E" dirty="0"/>
                        <a:t>Stock + news + sentiment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5580031"/>
                  </a:ext>
                </a:extLst>
              </a:tr>
              <a:tr h="736353"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  <a:r>
                        <a:rPr lang="en-AE" dirty="0"/>
                        <a:t>tocks analyzed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E" dirty="0"/>
                        <a:t>2 stocks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E" dirty="0"/>
                        <a:t>2 stocks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6184076"/>
                  </a:ext>
                </a:extLst>
              </a:tr>
              <a:tr h="736353">
                <a:tc>
                  <a:txBody>
                    <a:bodyPr/>
                    <a:lstStyle/>
                    <a:p>
                      <a:r>
                        <a:rPr lang="en-US" dirty="0"/>
                        <a:t>Data time </a:t>
                      </a:r>
                      <a:r>
                        <a:rPr lang="en-AE" dirty="0"/>
                        <a:t>period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E" dirty="0"/>
                        <a:t>6-12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E" dirty="0"/>
                        <a:t>6 months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22945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5889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5F34C-3EB5-EC72-0FCB-5D0C51C52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1435" y="2386744"/>
            <a:ext cx="4486656" cy="1645920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3200"/>
              <a:t>How the system works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33DEE68-6B15-49E1-8C6F-EE553B059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130" y="640080"/>
            <a:ext cx="5455920" cy="5263134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C3F07C8-CCA3-4D2E-A900-8396148C1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6198" y="802767"/>
            <a:ext cx="5129784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56344A-F0AD-66BB-ECB6-127B3BD2E7CB}"/>
              </a:ext>
            </a:extLst>
          </p:cNvPr>
          <p:cNvSpPr txBox="1"/>
          <p:nvPr/>
        </p:nvSpPr>
        <p:spPr>
          <a:xfrm>
            <a:off x="1006703" y="1051426"/>
            <a:ext cx="5493540" cy="4755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AE" sz="1400" b="1" dirty="0"/>
              <a:t>1) Data collection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en-US" sz="1400" dirty="0"/>
              <a:t>D</a:t>
            </a:r>
            <a:r>
              <a:rPr lang="en-AE" sz="1400" dirty="0"/>
              <a:t>ownload 6 months of stock prices (124 trading days)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en-US" sz="1400" dirty="0"/>
              <a:t>C</a:t>
            </a:r>
            <a:r>
              <a:rPr lang="en-AE" sz="1400" dirty="0"/>
              <a:t>ollect 10 news headlines per company</a:t>
            </a:r>
          </a:p>
          <a:p>
            <a:pPr>
              <a:spcAft>
                <a:spcPts val="600"/>
              </a:spcAft>
            </a:pPr>
            <a:r>
              <a:rPr lang="en-AE" sz="1400" b="1" dirty="0"/>
              <a:t>2) Sentiment analysis (VADER)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en-US" sz="1400" dirty="0"/>
              <a:t>A</a:t>
            </a:r>
            <a:r>
              <a:rPr lang="en-AE" sz="1400" dirty="0"/>
              <a:t>nalyze each headline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en-US" sz="1400" dirty="0"/>
              <a:t>C</a:t>
            </a:r>
            <a:r>
              <a:rPr lang="en-AE" sz="1400" dirty="0"/>
              <a:t>alculate average sentiment score (-1 to +1)</a:t>
            </a:r>
          </a:p>
          <a:p>
            <a:pPr>
              <a:spcAft>
                <a:spcPts val="600"/>
              </a:spcAft>
            </a:pPr>
            <a:r>
              <a:rPr lang="en-AE" sz="1400" b="1" dirty="0"/>
              <a:t>3) Trading signal generation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en-US" sz="1400" dirty="0"/>
              <a:t>I</a:t>
            </a:r>
            <a:r>
              <a:rPr lang="en-AE" sz="1400" dirty="0"/>
              <a:t>f sentiment &gt; 0.1 buy (fully invested)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en-US" sz="1400" dirty="0"/>
              <a:t>I</a:t>
            </a:r>
            <a:r>
              <a:rPr lang="en-AE" sz="1400" dirty="0"/>
              <a:t>f sentiment &lt;= 0.1 cash (out of market)</a:t>
            </a:r>
          </a:p>
          <a:p>
            <a:pPr>
              <a:spcAft>
                <a:spcPts val="600"/>
              </a:spcAft>
            </a:pPr>
            <a:r>
              <a:rPr lang="en-AE" sz="1400" b="1" dirty="0"/>
              <a:t>4) Backtesting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en-AE" sz="1400" dirty="0"/>
              <a:t>Simulate strategy over 6 months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en-AE" sz="1400" dirty="0"/>
              <a:t>Compare returns vs. buy &amp; hold strategy</a:t>
            </a:r>
          </a:p>
          <a:p>
            <a:pPr>
              <a:spcAft>
                <a:spcPts val="600"/>
              </a:spcAft>
            </a:pPr>
            <a:r>
              <a:rPr lang="en-AE" sz="1400" b="1" dirty="0"/>
              <a:t>5) Analysis &amp; visualization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en-AE" sz="1400" dirty="0"/>
              <a:t>Calculate performance metrics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en-AE" sz="1400" dirty="0"/>
              <a:t>Create Comparison charts</a:t>
            </a:r>
          </a:p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079609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0200AAE8-97F3-13D4-23F0-1542C49E9CD2}"/>
              </a:ext>
            </a:extLst>
          </p:cNvPr>
          <p:cNvSpPr txBox="1">
            <a:spLocks/>
          </p:cNvSpPr>
          <p:nvPr/>
        </p:nvSpPr>
        <p:spPr bwMode="black">
          <a:xfrm>
            <a:off x="6294595" y="1769420"/>
            <a:ext cx="4851072" cy="4667003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AE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2D804D5-50F5-9C9E-183D-7D2CF34B7A73}"/>
              </a:ext>
            </a:extLst>
          </p:cNvPr>
          <p:cNvSpPr txBox="1">
            <a:spLocks/>
          </p:cNvSpPr>
          <p:nvPr/>
        </p:nvSpPr>
        <p:spPr bwMode="black">
          <a:xfrm>
            <a:off x="956762" y="1769421"/>
            <a:ext cx="4851072" cy="4667003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A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EF69B1-CFBA-0284-9985-E936E1082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5" y="315763"/>
            <a:ext cx="7729728" cy="1188720"/>
          </a:xfrm>
        </p:spPr>
        <p:txBody>
          <a:bodyPr/>
          <a:lstStyle/>
          <a:p>
            <a:r>
              <a:rPr lang="en-AE" dirty="0"/>
              <a:t>AAPL: Apple inc.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B50F83-FDED-02F3-6840-FB3CBBB44CE9}"/>
              </a:ext>
            </a:extLst>
          </p:cNvPr>
          <p:cNvSpPr txBox="1"/>
          <p:nvPr/>
        </p:nvSpPr>
        <p:spPr>
          <a:xfrm>
            <a:off x="1189705" y="1963731"/>
            <a:ext cx="43851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E" b="1" dirty="0"/>
              <a:t>Sentiment analysis</a:t>
            </a:r>
          </a:p>
          <a:p>
            <a:r>
              <a:rPr lang="en-AE" dirty="0"/>
              <a:t>Average sentiment score: 0.153</a:t>
            </a:r>
          </a:p>
          <a:p>
            <a:r>
              <a:rPr lang="en-AE" dirty="0"/>
              <a:t>Sentiment classification: Positive</a:t>
            </a:r>
          </a:p>
          <a:p>
            <a:r>
              <a:rPr lang="en-AE" dirty="0"/>
              <a:t>4 positive | 2 negative | 4 neutral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0DC5E0-F28D-705F-51E5-503CE06ABE89}"/>
              </a:ext>
            </a:extLst>
          </p:cNvPr>
          <p:cNvSpPr txBox="1"/>
          <p:nvPr/>
        </p:nvSpPr>
        <p:spPr>
          <a:xfrm>
            <a:off x="1189705" y="3502759"/>
            <a:ext cx="248914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E" b="1" dirty="0"/>
              <a:t>Trading strategy</a:t>
            </a:r>
          </a:p>
          <a:p>
            <a:r>
              <a:rPr lang="en-AE" dirty="0"/>
              <a:t>Threshold: 0.1</a:t>
            </a:r>
          </a:p>
          <a:p>
            <a:r>
              <a:rPr lang="en-AE" dirty="0"/>
              <a:t>Comparison: 0.153 &gt; 0.1</a:t>
            </a:r>
          </a:p>
          <a:p>
            <a:r>
              <a:rPr lang="en-AE" dirty="0"/>
              <a:t>Decision: buy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00346B-1F8E-F327-26A2-B36DBAF97120}"/>
              </a:ext>
            </a:extLst>
          </p:cNvPr>
          <p:cNvSpPr txBox="1"/>
          <p:nvPr/>
        </p:nvSpPr>
        <p:spPr>
          <a:xfrm>
            <a:off x="1189705" y="5018291"/>
            <a:ext cx="36969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E" b="1" dirty="0"/>
              <a:t>Action taken: </a:t>
            </a:r>
          </a:p>
          <a:p>
            <a:r>
              <a:rPr lang="en-AE" dirty="0"/>
              <a:t>Fully invested in AAPL stock for entire 6 month period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C606FD-8D04-F808-E8E9-467BDD65734D}"/>
              </a:ext>
            </a:extLst>
          </p:cNvPr>
          <p:cNvSpPr txBox="1"/>
          <p:nvPr/>
        </p:nvSpPr>
        <p:spPr>
          <a:xfrm>
            <a:off x="6527537" y="1869983"/>
            <a:ext cx="37559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E" b="1" dirty="0"/>
              <a:t>Performance results</a:t>
            </a:r>
          </a:p>
          <a:p>
            <a:r>
              <a:rPr lang="en-US" dirty="0"/>
              <a:t>Sentiment strategy </a:t>
            </a:r>
            <a:r>
              <a:rPr lang="en-AE" dirty="0"/>
              <a:t>return: +13.75%</a:t>
            </a:r>
          </a:p>
          <a:p>
            <a:r>
              <a:rPr lang="en-AE" dirty="0"/>
              <a:t>Buy &amp; hold strategy return: +13.75%</a:t>
            </a:r>
          </a:p>
          <a:p>
            <a:r>
              <a:rPr lang="en-AE" dirty="0"/>
              <a:t>Outperformance: 0%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7EEC37-A6C7-3F29-C70B-B7FFF3AF8889}"/>
              </a:ext>
            </a:extLst>
          </p:cNvPr>
          <p:cNvSpPr txBox="1"/>
          <p:nvPr/>
        </p:nvSpPr>
        <p:spPr>
          <a:xfrm>
            <a:off x="6527537" y="3164060"/>
            <a:ext cx="485107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E" b="1" dirty="0"/>
              <a:t>Key finding: </a:t>
            </a:r>
          </a:p>
          <a:p>
            <a:r>
              <a:rPr lang="en-AE" dirty="0"/>
              <a:t>The sentiment strategy matched buy &amp; hold performance. Positive sentiment aligned with positive return, but there wasn’t any advantage over passive investing.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875998-7779-6DF8-EC30-619FE7BA3840}"/>
              </a:ext>
            </a:extLst>
          </p:cNvPr>
          <p:cNvSpPr txBox="1"/>
          <p:nvPr/>
        </p:nvSpPr>
        <p:spPr>
          <a:xfrm>
            <a:off x="6527537" y="4741292"/>
            <a:ext cx="48383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E" b="1" dirty="0"/>
              <a:t>Insight:</a:t>
            </a:r>
          </a:p>
          <a:p>
            <a:r>
              <a:rPr lang="en-AE" dirty="0"/>
              <a:t>While the stock gained 13.75%, the sentiment based strategy didn’t outperform. This suggests that positive sentiment was already reflected in the prices.</a:t>
            </a:r>
          </a:p>
        </p:txBody>
      </p:sp>
    </p:spTree>
    <p:extLst>
      <p:ext uri="{BB962C8B-B14F-4D97-AF65-F5344CB8AC3E}">
        <p14:creationId xmlns:p14="http://schemas.microsoft.com/office/powerpoint/2010/main" val="21806549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FAFC0210-F077-0865-EB13-F888E8CC3306}"/>
              </a:ext>
            </a:extLst>
          </p:cNvPr>
          <p:cNvSpPr txBox="1">
            <a:spLocks/>
          </p:cNvSpPr>
          <p:nvPr/>
        </p:nvSpPr>
        <p:spPr bwMode="black">
          <a:xfrm>
            <a:off x="956762" y="1769421"/>
            <a:ext cx="4851072" cy="4981101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AE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38935B1-DDD3-3EC1-91E1-1B88E11DCE67}"/>
              </a:ext>
            </a:extLst>
          </p:cNvPr>
          <p:cNvSpPr txBox="1">
            <a:spLocks/>
          </p:cNvSpPr>
          <p:nvPr/>
        </p:nvSpPr>
        <p:spPr bwMode="black">
          <a:xfrm>
            <a:off x="6384166" y="1769420"/>
            <a:ext cx="4851072" cy="4981102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A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4018EE-DD10-F69A-D809-FBFC6EB0B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66601"/>
            <a:ext cx="7729728" cy="1188720"/>
          </a:xfrm>
        </p:spPr>
        <p:txBody>
          <a:bodyPr/>
          <a:lstStyle/>
          <a:p>
            <a:r>
              <a:rPr lang="en-US" dirty="0"/>
              <a:t>T</a:t>
            </a:r>
            <a:r>
              <a:rPr lang="en-AE" dirty="0"/>
              <a:t>sla: tesla inc.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41F82B-E302-1EF8-7FD9-817DA50715EA}"/>
              </a:ext>
            </a:extLst>
          </p:cNvPr>
          <p:cNvSpPr txBox="1"/>
          <p:nvPr/>
        </p:nvSpPr>
        <p:spPr>
          <a:xfrm>
            <a:off x="1324475" y="2175759"/>
            <a:ext cx="328389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E" b="1" dirty="0"/>
              <a:t>Sentiment analysis</a:t>
            </a:r>
          </a:p>
          <a:p>
            <a:r>
              <a:rPr lang="en-AE" dirty="0"/>
              <a:t>Average sentiment score: 0.209</a:t>
            </a:r>
          </a:p>
          <a:p>
            <a:r>
              <a:rPr lang="en-AE" dirty="0"/>
              <a:t>Positive headlines: 5</a:t>
            </a:r>
          </a:p>
          <a:p>
            <a:r>
              <a:rPr lang="en-AE" dirty="0"/>
              <a:t>Negative headlines: 1</a:t>
            </a:r>
          </a:p>
          <a:p>
            <a:r>
              <a:rPr lang="en-AE" dirty="0"/>
              <a:t>Neutral headlines: 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AEDA99-3536-D443-44FB-B58D0CCB5432}"/>
              </a:ext>
            </a:extLst>
          </p:cNvPr>
          <p:cNvSpPr txBox="1"/>
          <p:nvPr/>
        </p:nvSpPr>
        <p:spPr>
          <a:xfrm>
            <a:off x="1324475" y="3810137"/>
            <a:ext cx="248914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E" b="1" dirty="0"/>
              <a:t>Trading strategy</a:t>
            </a:r>
          </a:p>
          <a:p>
            <a:r>
              <a:rPr lang="en-AE" dirty="0"/>
              <a:t>Threshold: 0.1</a:t>
            </a:r>
          </a:p>
          <a:p>
            <a:r>
              <a:rPr lang="en-AE" dirty="0"/>
              <a:t>Comparison: 0.209 &gt; 0.1</a:t>
            </a:r>
          </a:p>
          <a:p>
            <a:r>
              <a:rPr lang="en-AE" dirty="0"/>
              <a:t>Decision: buy</a:t>
            </a:r>
          </a:p>
          <a:p>
            <a:endParaRPr lang="en-A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34FAFC-CB0B-8927-6747-9E37B22BBE45}"/>
              </a:ext>
            </a:extLst>
          </p:cNvPr>
          <p:cNvSpPr txBox="1"/>
          <p:nvPr/>
        </p:nvSpPr>
        <p:spPr>
          <a:xfrm>
            <a:off x="1324475" y="5287464"/>
            <a:ext cx="33692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E" b="1" dirty="0"/>
              <a:t>Action taken: </a:t>
            </a:r>
          </a:p>
          <a:p>
            <a:r>
              <a:rPr lang="en-AE" dirty="0"/>
              <a:t>Fully invested in TSLA stock for entire 6 month period</a:t>
            </a:r>
          </a:p>
          <a:p>
            <a:endParaRPr lang="en-A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3EECA9-4285-EF47-FE1C-28BC350D727E}"/>
              </a:ext>
            </a:extLst>
          </p:cNvPr>
          <p:cNvSpPr txBox="1"/>
          <p:nvPr/>
        </p:nvSpPr>
        <p:spPr>
          <a:xfrm>
            <a:off x="6607276" y="1816918"/>
            <a:ext cx="365364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E" b="1" dirty="0"/>
              <a:t>Performance results</a:t>
            </a:r>
          </a:p>
          <a:p>
            <a:r>
              <a:rPr lang="en-US" dirty="0"/>
              <a:t>Sentiment strategy </a:t>
            </a:r>
            <a:r>
              <a:rPr lang="en-AE" dirty="0"/>
              <a:t>return: -20.34%</a:t>
            </a:r>
          </a:p>
          <a:p>
            <a:r>
              <a:rPr lang="en-AE" dirty="0"/>
              <a:t>Buy &amp; hold strategy return: -20.34%</a:t>
            </a:r>
          </a:p>
          <a:p>
            <a:r>
              <a:rPr lang="en-AE" dirty="0"/>
              <a:t>Outperformance: 0%</a:t>
            </a:r>
          </a:p>
          <a:p>
            <a:endParaRPr lang="en-A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929E8F-E578-E283-7ACE-646FEB891C02}"/>
              </a:ext>
            </a:extLst>
          </p:cNvPr>
          <p:cNvSpPr txBox="1"/>
          <p:nvPr/>
        </p:nvSpPr>
        <p:spPr>
          <a:xfrm>
            <a:off x="6607276" y="3144659"/>
            <a:ext cx="477152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E" b="1" dirty="0"/>
              <a:t>Key finding: </a:t>
            </a:r>
          </a:p>
          <a:p>
            <a:r>
              <a:rPr lang="en-AE" dirty="0"/>
              <a:t>The strategy matched buy &amp; hold. Despite positive sentiment, the stock declined significantly. This shows that positive news sentiment by its own cannot guarantee positive returns.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39EB0D-03D3-D345-3F2E-EA1337B06DC7}"/>
              </a:ext>
            </a:extLst>
          </p:cNvPr>
          <p:cNvSpPr txBox="1"/>
          <p:nvPr/>
        </p:nvSpPr>
        <p:spPr>
          <a:xfrm>
            <a:off x="6607276" y="4898985"/>
            <a:ext cx="440485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E" b="1" dirty="0"/>
              <a:t>Insight:</a:t>
            </a:r>
          </a:p>
          <a:p>
            <a:r>
              <a:rPr lang="en-AE" dirty="0"/>
              <a:t>TSLA’s case shows that other factors (eg. </a:t>
            </a:r>
            <a:r>
              <a:rPr lang="en-US" dirty="0"/>
              <a:t>c</a:t>
            </a:r>
            <a:r>
              <a:rPr lang="en-AE" dirty="0"/>
              <a:t>ompetition, macroeconomic factors) matter more than sentiment alone.  An stromg trading strategy requires multiple indicators and risk management</a:t>
            </a:r>
          </a:p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42276304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10C16-786E-6FE7-3CEF-800F4E25B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484244"/>
            <a:ext cx="7729728" cy="1188720"/>
          </a:xfrm>
        </p:spPr>
        <p:txBody>
          <a:bodyPr/>
          <a:lstStyle/>
          <a:p>
            <a:r>
              <a:rPr lang="en-US" dirty="0"/>
              <a:t>K</a:t>
            </a:r>
            <a:r>
              <a:rPr lang="en-AE" dirty="0"/>
              <a:t>ey differences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F817FFF-E6B6-1782-8EC9-3C6F0821D7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2682107"/>
              </p:ext>
            </p:extLst>
          </p:nvPr>
        </p:nvGraphicFramePr>
        <p:xfrm>
          <a:off x="1425845" y="1968285"/>
          <a:ext cx="9190497" cy="43860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063499">
                  <a:extLst>
                    <a:ext uri="{9D8B030D-6E8A-4147-A177-3AD203B41FA5}">
                      <a16:colId xmlns:a16="http://schemas.microsoft.com/office/drawing/2014/main" val="313218649"/>
                    </a:ext>
                  </a:extLst>
                </a:gridCol>
                <a:gridCol w="3063499">
                  <a:extLst>
                    <a:ext uri="{9D8B030D-6E8A-4147-A177-3AD203B41FA5}">
                      <a16:colId xmlns:a16="http://schemas.microsoft.com/office/drawing/2014/main" val="3453958330"/>
                    </a:ext>
                  </a:extLst>
                </a:gridCol>
                <a:gridCol w="3063499">
                  <a:extLst>
                    <a:ext uri="{9D8B030D-6E8A-4147-A177-3AD203B41FA5}">
                      <a16:colId xmlns:a16="http://schemas.microsoft.com/office/drawing/2014/main" val="3680021174"/>
                    </a:ext>
                  </a:extLst>
                </a:gridCol>
              </a:tblGrid>
              <a:tr h="715505">
                <a:tc>
                  <a:txBody>
                    <a:bodyPr/>
                    <a:lstStyle/>
                    <a:p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E" sz="2200" dirty="0">
                          <a:solidFill>
                            <a:schemeClr val="tx1"/>
                          </a:solidFill>
                        </a:rPr>
                        <a:t>AAPL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E" sz="2200" dirty="0">
                          <a:solidFill>
                            <a:schemeClr val="tx1"/>
                          </a:solidFill>
                        </a:rPr>
                        <a:t>TSLA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8302615"/>
                  </a:ext>
                </a:extLst>
              </a:tr>
              <a:tr h="715505"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S</a:t>
                      </a:r>
                      <a:r>
                        <a:rPr lang="en-AE" sz="2200" dirty="0">
                          <a:solidFill>
                            <a:schemeClr val="tx1"/>
                          </a:solidFill>
                        </a:rPr>
                        <a:t>entiment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E" sz="2200" dirty="0"/>
                        <a:t>0.153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E" sz="2200" dirty="0"/>
                        <a:t>0.209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5992277"/>
                  </a:ext>
                </a:extLst>
              </a:tr>
              <a:tr h="715505">
                <a:tc>
                  <a:txBody>
                    <a:bodyPr/>
                    <a:lstStyle/>
                    <a:p>
                      <a:r>
                        <a:rPr lang="en-US" sz="2200" dirty="0"/>
                        <a:t>S</a:t>
                      </a:r>
                      <a:r>
                        <a:rPr lang="en-AE" sz="2200" dirty="0"/>
                        <a:t>trategy decision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E" sz="2200" dirty="0"/>
                        <a:t>buy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E" sz="2200" dirty="0"/>
                        <a:t>buy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8340479"/>
                  </a:ext>
                </a:extLst>
              </a:tr>
              <a:tr h="715505">
                <a:tc>
                  <a:txBody>
                    <a:bodyPr/>
                    <a:lstStyle/>
                    <a:p>
                      <a:r>
                        <a:rPr lang="en-AE" sz="2200" dirty="0"/>
                        <a:t>Sentiment strategy return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E" sz="2200" dirty="0"/>
                        <a:t>+13.75%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E" sz="2200" dirty="0"/>
                        <a:t>-20.34%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6986742"/>
                  </a:ext>
                </a:extLst>
              </a:tr>
              <a:tr h="715505">
                <a:tc>
                  <a:txBody>
                    <a:bodyPr/>
                    <a:lstStyle/>
                    <a:p>
                      <a:r>
                        <a:rPr lang="en-AE" sz="2200" dirty="0"/>
                        <a:t>Buy &amp; hold return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E" sz="2200" dirty="0"/>
                        <a:t>+13.75%</a:t>
                      </a:r>
                    </a:p>
                    <a:p>
                      <a:endParaRPr lang="en-AE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E" sz="2200" dirty="0"/>
                        <a:t>-20.34%</a:t>
                      </a:r>
                    </a:p>
                    <a:p>
                      <a:endParaRPr lang="en-AE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8252525"/>
                  </a:ext>
                </a:extLst>
              </a:tr>
              <a:tr h="715505">
                <a:tc>
                  <a:txBody>
                    <a:bodyPr/>
                    <a:lstStyle/>
                    <a:p>
                      <a:r>
                        <a:rPr lang="en-AE" sz="2200" dirty="0"/>
                        <a:t>Outperformance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E" sz="2200" dirty="0"/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E" sz="2200" dirty="0"/>
                        <a:t>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56390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25752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9EB7E072-E4D8-C7BE-D9FC-B23557689765}"/>
              </a:ext>
            </a:extLst>
          </p:cNvPr>
          <p:cNvSpPr txBox="1">
            <a:spLocks/>
          </p:cNvSpPr>
          <p:nvPr/>
        </p:nvSpPr>
        <p:spPr bwMode="black">
          <a:xfrm>
            <a:off x="960895" y="1591291"/>
            <a:ext cx="4851072" cy="4981101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A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B07B078-B69A-BF92-E720-82CB72D4B5F4}"/>
              </a:ext>
            </a:extLst>
          </p:cNvPr>
          <p:cNvSpPr txBox="1">
            <a:spLocks/>
          </p:cNvSpPr>
          <p:nvPr/>
        </p:nvSpPr>
        <p:spPr bwMode="black">
          <a:xfrm>
            <a:off x="6213778" y="1591290"/>
            <a:ext cx="4851072" cy="4981101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A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9684EA-2C3C-5D28-E2E7-014B2DEA9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179052"/>
            <a:ext cx="7729728" cy="1188720"/>
          </a:xfrm>
        </p:spPr>
        <p:txBody>
          <a:bodyPr/>
          <a:lstStyle/>
          <a:p>
            <a:r>
              <a:rPr lang="en-US" dirty="0"/>
              <a:t>T</a:t>
            </a:r>
            <a:r>
              <a:rPr lang="en-AE" dirty="0"/>
              <a:t>echnical &amp; AI implementation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CD7C54-833C-7D54-30D5-89767EC94837}"/>
              </a:ext>
            </a:extLst>
          </p:cNvPr>
          <p:cNvSpPr txBox="1"/>
          <p:nvPr/>
        </p:nvSpPr>
        <p:spPr>
          <a:xfrm>
            <a:off x="1238961" y="1978953"/>
            <a:ext cx="4656134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E" sz="2200" b="1" dirty="0"/>
              <a:t>Python libraries used:</a:t>
            </a:r>
          </a:p>
          <a:p>
            <a:pPr marL="285750" indent="-285750">
              <a:buFontTx/>
              <a:buChar char="-"/>
            </a:pPr>
            <a:r>
              <a:rPr lang="en-US" sz="2200" dirty="0" err="1"/>
              <a:t>yfinance</a:t>
            </a:r>
            <a:r>
              <a:rPr lang="en-US" sz="2200" dirty="0"/>
              <a:t> (stock data retrieval from Yahoo Finance API)</a:t>
            </a:r>
          </a:p>
          <a:p>
            <a:pPr marL="285750" indent="-285750">
              <a:buFontTx/>
              <a:buChar char="-"/>
            </a:pPr>
            <a:r>
              <a:rPr lang="en-US" sz="2200" dirty="0"/>
              <a:t>Vader sentiment analysis (NLP sentiment analysis for text processing)</a:t>
            </a:r>
          </a:p>
          <a:p>
            <a:pPr marL="285750" indent="-285750">
              <a:buFontTx/>
              <a:buChar char="-"/>
            </a:pPr>
            <a:r>
              <a:rPr lang="en-US" sz="2200" dirty="0"/>
              <a:t>pandas (data manipulation and analysis framework)</a:t>
            </a:r>
          </a:p>
          <a:p>
            <a:pPr marL="285750" indent="-285750">
              <a:buFontTx/>
              <a:buChar char="-"/>
            </a:pPr>
            <a:r>
              <a:rPr lang="en-US" sz="2200" dirty="0"/>
              <a:t>matplotlib (data visualization and chart creation)</a:t>
            </a:r>
          </a:p>
          <a:p>
            <a:pPr marL="285750" indent="-285750">
              <a:buFontTx/>
              <a:buChar char="-"/>
            </a:pPr>
            <a:r>
              <a:rPr lang="en-US" sz="2200" dirty="0" err="1"/>
              <a:t>numpy</a:t>
            </a:r>
            <a:r>
              <a:rPr lang="en-US" sz="2200" dirty="0"/>
              <a:t> (calculations)</a:t>
            </a:r>
            <a:endParaRPr lang="en-AE" sz="2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E483E4-4520-8D1D-5C9E-00402EAFC208}"/>
              </a:ext>
            </a:extLst>
          </p:cNvPr>
          <p:cNvSpPr txBox="1"/>
          <p:nvPr/>
        </p:nvSpPr>
        <p:spPr>
          <a:xfrm>
            <a:off x="6508348" y="1978952"/>
            <a:ext cx="4556502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E" sz="2200" b="1" dirty="0"/>
              <a:t>AI tools used:</a:t>
            </a:r>
          </a:p>
          <a:p>
            <a:pPr marL="342900" indent="-342900">
              <a:buFontTx/>
              <a:buChar char="-"/>
            </a:pPr>
            <a:r>
              <a:rPr lang="en-AE" sz="2200" dirty="0"/>
              <a:t>Vader sentiment analysis</a:t>
            </a:r>
          </a:p>
          <a:p>
            <a:pPr marL="342900" indent="-342900">
              <a:buFontTx/>
              <a:buChar char="-"/>
            </a:pPr>
            <a:r>
              <a:rPr lang="en-AE" sz="2200" dirty="0"/>
              <a:t>Code assistance (AI helped optimizing and debugging code)</a:t>
            </a:r>
          </a:p>
          <a:p>
            <a:pPr marL="342900" indent="-342900">
              <a:buFontTx/>
              <a:buChar char="-"/>
            </a:pPr>
            <a:r>
              <a:rPr lang="en-AE" sz="2200" dirty="0"/>
              <a:t>Visualization support (helped create chart code for matplotlib visualizations)</a:t>
            </a:r>
          </a:p>
          <a:p>
            <a:pPr marL="342900" indent="-342900">
              <a:buFontTx/>
              <a:buChar char="-"/>
            </a:pPr>
            <a:r>
              <a:rPr lang="en-AE" sz="2200" dirty="0"/>
              <a:t> Learning resources (Youtube tutorials &amp; AI explanations to understand concepts like pandas and yfinance)</a:t>
            </a:r>
          </a:p>
        </p:txBody>
      </p:sp>
    </p:spTree>
    <p:extLst>
      <p:ext uri="{BB962C8B-B14F-4D97-AF65-F5344CB8AC3E}">
        <p14:creationId xmlns:p14="http://schemas.microsoft.com/office/powerpoint/2010/main" val="22734461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55FEDCA-6C61-6319-3BF8-B687128CF42F}"/>
              </a:ext>
            </a:extLst>
          </p:cNvPr>
          <p:cNvSpPr txBox="1">
            <a:spLocks/>
          </p:cNvSpPr>
          <p:nvPr/>
        </p:nvSpPr>
        <p:spPr bwMode="black">
          <a:xfrm>
            <a:off x="1531917" y="1959429"/>
            <a:ext cx="9227127" cy="4323383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A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80849B-0061-AE9C-8D45-25DF695E0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499743"/>
            <a:ext cx="7729728" cy="1188720"/>
          </a:xfrm>
        </p:spPr>
        <p:txBody>
          <a:bodyPr/>
          <a:lstStyle/>
          <a:p>
            <a:r>
              <a:rPr lang="en-US" dirty="0"/>
              <a:t>K</a:t>
            </a:r>
            <a:r>
              <a:rPr lang="en-AE" dirty="0"/>
              <a:t>ey conclusions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B13554-3680-4806-D318-D2399AD1DEA3}"/>
              </a:ext>
            </a:extLst>
          </p:cNvPr>
          <p:cNvSpPr txBox="1"/>
          <p:nvPr/>
        </p:nvSpPr>
        <p:spPr>
          <a:xfrm>
            <a:off x="1979810" y="2382182"/>
            <a:ext cx="833134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E" sz="2000" dirty="0"/>
              <a:t>1) Different stocks respond differently –  AAPL and TSLA responded completely differently to similar sentiment levels. One general strategy doesn’t work for all stocks.</a:t>
            </a:r>
          </a:p>
          <a:p>
            <a:endParaRPr lang="en-AE" sz="2000" dirty="0"/>
          </a:p>
          <a:p>
            <a:r>
              <a:rPr lang="en-AE" sz="2000" dirty="0"/>
              <a:t>2) Sentiment alone </a:t>
            </a:r>
            <a:r>
              <a:rPr lang="en-US" sz="2000" dirty="0"/>
              <a:t>is insufficient – news sentiment is just one of the factors out of many. Positive news doesn’t guarantee positive returns, there are multiple indicators taken into account. </a:t>
            </a:r>
          </a:p>
          <a:p>
            <a:endParaRPr lang="en-US" sz="2000" dirty="0"/>
          </a:p>
          <a:p>
            <a:r>
              <a:rPr lang="en-AE" sz="2000" dirty="0"/>
              <a:t>3) Market complexity – specific stock factors, market conditions, and company performance outbalance sentiment signals.  Also implies that Efficient Market Hypothesis is real.</a:t>
            </a:r>
          </a:p>
        </p:txBody>
      </p:sp>
    </p:spTree>
    <p:extLst>
      <p:ext uri="{BB962C8B-B14F-4D97-AF65-F5344CB8AC3E}">
        <p14:creationId xmlns:p14="http://schemas.microsoft.com/office/powerpoint/2010/main" val="36013730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90DF330-C657-3D32-423D-74371FCFD0A9}"/>
              </a:ext>
            </a:extLst>
          </p:cNvPr>
          <p:cNvSpPr txBox="1">
            <a:spLocks/>
          </p:cNvSpPr>
          <p:nvPr/>
        </p:nvSpPr>
        <p:spPr bwMode="black">
          <a:xfrm>
            <a:off x="2216387" y="2240280"/>
            <a:ext cx="7744477" cy="3507378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A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86B7C0-9A6D-CDE3-60FE-70742F6DC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6387" y="649283"/>
            <a:ext cx="7729728" cy="1188720"/>
          </a:xfrm>
        </p:spPr>
        <p:txBody>
          <a:bodyPr/>
          <a:lstStyle/>
          <a:p>
            <a:r>
              <a:rPr lang="en-US" dirty="0"/>
              <a:t>N</a:t>
            </a:r>
            <a:r>
              <a:rPr lang="en-AE" dirty="0"/>
              <a:t>ext steps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E8E42A-8CCD-3F32-D89D-95D749031C78}"/>
              </a:ext>
            </a:extLst>
          </p:cNvPr>
          <p:cNvSpPr txBox="1"/>
          <p:nvPr/>
        </p:nvSpPr>
        <p:spPr>
          <a:xfrm>
            <a:off x="2847544" y="2624447"/>
            <a:ext cx="7113320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AE" sz="2400" dirty="0"/>
              <a:t>Lower threshold to generate more signals</a:t>
            </a:r>
          </a:p>
          <a:p>
            <a:pPr marL="285750" indent="-285750">
              <a:buFontTx/>
              <a:buChar char="-"/>
            </a:pPr>
            <a:r>
              <a:rPr lang="en-AE" sz="2400" dirty="0"/>
              <a:t>Add more indicators</a:t>
            </a:r>
          </a:p>
          <a:p>
            <a:pPr marL="285750" indent="-285750">
              <a:buFontTx/>
              <a:buChar char="-"/>
            </a:pPr>
            <a:r>
              <a:rPr lang="en-AE" sz="2400" dirty="0"/>
              <a:t>Include more stocks</a:t>
            </a:r>
          </a:p>
          <a:p>
            <a:pPr marL="285750" indent="-285750">
              <a:buFontTx/>
              <a:buChar char="-"/>
            </a:pPr>
            <a:r>
              <a:rPr lang="en-AE" sz="2400" dirty="0"/>
              <a:t>Collect historical news for each trading day</a:t>
            </a:r>
          </a:p>
          <a:p>
            <a:pPr marL="285750" indent="-285750">
              <a:buFontTx/>
              <a:buChar char="-"/>
            </a:pPr>
            <a:r>
              <a:rPr lang="en-AE" sz="2400" dirty="0"/>
              <a:t>Integrate machine learning</a:t>
            </a:r>
          </a:p>
          <a:p>
            <a:pPr marL="285750" indent="-285750">
              <a:buFontTx/>
              <a:buChar char="-"/>
            </a:pPr>
            <a:r>
              <a:rPr lang="en-AE" sz="2400" dirty="0"/>
              <a:t>Use advanced analysis models</a:t>
            </a:r>
          </a:p>
          <a:p>
            <a:pPr marL="285750" indent="-285750">
              <a:buFontTx/>
              <a:buChar char="-"/>
            </a:pPr>
            <a:r>
              <a:rPr lang="en-AE" sz="2400" dirty="0"/>
              <a:t>Implement risk management</a:t>
            </a:r>
          </a:p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35167446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F86C3CA-B3D1-8952-2A2C-FF05A6DD4ED3}"/>
              </a:ext>
            </a:extLst>
          </p:cNvPr>
          <p:cNvSpPr txBox="1"/>
          <p:nvPr/>
        </p:nvSpPr>
        <p:spPr>
          <a:xfrm>
            <a:off x="3408790" y="2828835"/>
            <a:ext cx="537442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E" sz="72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219488288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4153</TotalTime>
  <Words>759</Words>
  <Application>Microsoft Macintosh PowerPoint</Application>
  <PresentationFormat>Widescreen</PresentationFormat>
  <Paragraphs>131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Gill Sans MT</vt:lpstr>
      <vt:lpstr>Parcel</vt:lpstr>
      <vt:lpstr>Stock sentiment analysis final results</vt:lpstr>
      <vt:lpstr>What I set out to do</vt:lpstr>
      <vt:lpstr>Planned vs actual outcome comparison</vt:lpstr>
      <vt:lpstr>How the system works</vt:lpstr>
      <vt:lpstr>AAPL: Apple inc.</vt:lpstr>
      <vt:lpstr>Tsla: tesla inc.</vt:lpstr>
      <vt:lpstr>Key differences</vt:lpstr>
      <vt:lpstr>Technical &amp; AI implementation</vt:lpstr>
      <vt:lpstr>Key conclusions</vt:lpstr>
      <vt:lpstr>Next steps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Adelya Mukhit</dc:creator>
  <cp:lastModifiedBy>Adelya Mukhit</cp:lastModifiedBy>
  <cp:revision>1</cp:revision>
  <dcterms:created xsi:type="dcterms:W3CDTF">2026-01-12T15:43:31Z</dcterms:created>
  <dcterms:modified xsi:type="dcterms:W3CDTF">2026-01-15T12:56:45Z</dcterms:modified>
</cp:coreProperties>
</file>